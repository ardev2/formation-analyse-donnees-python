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728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6B7280"/>
                </a:solidFill>
                <a:latin typeface="Calibri"/>
              </a:rPr>
              <a:t>Lecture d'un CSV et agrégation, en secondes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spPr>
            <a:solidFill>
              <a:srgbClr val="2F7D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pandas</c:v>
                  </c:pt>
                  <c:pt idx="1">
                    <c:v>Polars</c:v>
                  </c:pt>
                  <c:pt idx="2">
                    <c:v>DuckDB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1.83</c:v>
                </c:pt>
                <c:pt idx="1">
                  <c:v>0.12</c:v>
                </c:pt>
                <c:pt idx="2">
                  <c:v>0.17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Choisir les parties selon les besoins du groupe : elles sont indépendantes les unes des autres.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voter le groupe si le temps est limité.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 pandas commence à peiner.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Signe typique : un notebook qui met plusieurs minutes à charger un fichier, ou une machine qui sature sa mémoire.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syntaxe enchaînée ressemble beaucoup à ce qu'on a écrit en pandas avec assign et les jointures.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Polars ne modifie jamais un DataFrame en place : chaque méthode renvoie un nouveau DataFrame.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ce qui permet de traiter des fichiers plus gros que la mémoire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même piège des fichiers hétérogènes qu'au TP3, qui se manifeste autrement selon l'outil.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Idéal pour les participants à l'aise en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peut mélanger : préparer en SQL avec DuckDB, puis visualiser avec pandas et seaborn.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à 15 fois plus rapide ici, et l'écart est encore plus grand quand pandas doit lire un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des données qui tiennent sur un ordinateur, même volumineuses, Polars et DuckDB sont bien plus simples que Spark, et souvent plus rapides.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Restituer une analyse sans notebook, pour des utilisateurs qui ne codent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en direct avec le corrigé du TP bonus A si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documentation de Streamlit donne un exemple visuel de chaque élément.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Vérifier avec le responsable des données avant de publier une application sur un service externe.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données sont les tables produites au TP3.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un utilisateur qui ne veut ni terminal ni navigateur.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Combiné à PyInstaller avec l'option --windowed, on obtient un vrai petit logiciel à double-cliquer.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PySide6 et PyQt6 s'utilisent presque de la même façon ; la licence de PySide6 est plus souple pour un usage commercial.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un utilisateur qui n'a pas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PyInstaller part d'un script : d'où le petit script de lancement qui appelle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un traitement lancé chaque jour, le mode dossier. Pour envoyer un outil ponctuel à un collègue, le fichier unique.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Anticiper les alertes de sécurité avec le service informatique avant de distribuer un exécutable.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construction prend une à deux minutes : lancer la commande puis passer à la lecture de la suite des consignes.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sortie de terminal lisible et une commande plus simple à écrire.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 s'ajoute progressivement : on peut ne l'utiliser que pour le journal.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Même résultat qu'avec argparse, avec moins de code. Click offre la même chose avec des décorateurs.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 outils du langage qu'on croise dans toutes les bibliothèques.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exemple du TP6 utilise une dataclass pour les chiffres clés du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Autres usages classiques : journaliser les appels, mettre en cache, vérifier des droits.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code avant yield s'exécute à l'entrée du bloc with, celui du finally à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Autres fonctions utiles : chain pour enchaîner des itérables, islice pour prendre les premiers éléments.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retrouve le cas du CSV exporté depuis Excel vu le premier matin.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module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BONUS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données avec Python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37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volumes, applications, exécutables et Python intermédiaire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temps le permet, en complément des 21 heures du programme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programme, selon le temps et les envies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73175" y="2057400"/>
            <a:ext cx="9245346" cy="0"/>
          </a:xfrm>
          <a:prstGeom prst="line">
            <a:avLst/>
          </a:prstGeom>
          <a:noFill/>
          <a:ln w="25400">
            <a:solidFill>
              <a:srgbClr val="D5D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4575" y="1828800"/>
            <a:ext cx="457200" cy="457200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44575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1757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volumes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26080"/>
            <a:ext cx="17576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Polars, DuckDB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93644" y="1828800"/>
            <a:ext cx="457200" cy="457200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9364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43429" y="2423160"/>
            <a:ext cx="1757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43429" y="2926080"/>
            <a:ext cx="17576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bonus 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42713" y="1828800"/>
            <a:ext cx="457200" cy="457200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42713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92498" y="2423160"/>
            <a:ext cx="1757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2498" y="2926080"/>
            <a:ext cx="17576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tkinter, Qt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91782" y="1828800"/>
            <a:ext cx="457200" cy="457200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9178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41568" y="2423160"/>
            <a:ext cx="1757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41568" y="2926080"/>
            <a:ext cx="17576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bonus 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40851" y="1828800"/>
            <a:ext cx="457200" cy="457200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0851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990637" y="2423160"/>
            <a:ext cx="1757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de commande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990637" y="2926080"/>
            <a:ext cx="17576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Typer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489921" y="1828800"/>
            <a:ext cx="457200" cy="457200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89921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839706" y="2423160"/>
            <a:ext cx="1757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39706" y="2926080"/>
            <a:ext cx="17576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dataclasses, décorateurs...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11094415" cy="624840"/>
          </a:xfrm>
          <a:prstGeom prst="roundRect">
            <a:avLst>
              <a:gd name="adj" fmla="val 8780"/>
            </a:avLst>
          </a:prstGeom>
          <a:solidFill>
            <a:srgbClr val="E8F3E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3657600"/>
            <a:ext cx="1054577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partie est indépendante : on choisit ce qui sert le plus au quotidien des participants.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6024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tester les exemples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895088"/>
            <a:ext cx="11094415" cy="7421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5041392"/>
            <a:ext cx="10728655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bonus &amp;&amp; cd bonus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pandas pyarrow polars duckdb streamlit plotly rich typer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volumineuses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   |   DuckDB   |   Spark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limites de pandas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318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mémoire</a:t>
            </a:r>
            <a:endParaRPr lang="en-US" sz="17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calculs sur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cœur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processeur</a:t>
            </a:r>
            <a:endParaRPr lang="en-US" sz="17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d'optimisation globale : chaque opération s'exécute dans l'ordre écrit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24448" y="1417320"/>
            <a:ext cx="5318608" cy="1402080"/>
          </a:xfrm>
          <a:prstGeom prst="roundRect">
            <a:avLst>
              <a:gd name="adj" fmla="val 3913"/>
            </a:avLst>
          </a:prstGeom>
          <a:solidFill>
            <a:srgbClr val="E8F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1417320"/>
            <a:ext cx="476996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les données tiennent confortablement en mémoire, pandas suffit. Au-delà de quelques millions de lignes, Polars et DuckDB prennent le relais, sans changer de langage.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Polars : des expressions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321487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292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polars as pl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 = 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ventes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.join(produits, on="id_produit", how="left")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.with_columns(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(pl.col("prix_unitaire") * pl.col("quantite"))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.alias("montant"))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.group_by("categorie")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pl.col("montant").sum().round(2).alias("ca"),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pl.len().alias("nb_commandes"),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.sort("ca", descending=True)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220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en Rust, utilise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cœurs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décrit les calculs avec des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pl.col(...)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d'index,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les valeurs manquantes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df.to_pandas()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pl.from_pandas(df)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passer de l'un à l'autre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pandas à Polars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df[df["x"] &gt; 10]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df.filter(pl.col("x") &gt; 10)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df[["a", "b"]]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df.select("a", "b")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df["c"] = df["a"] * 2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df.with_columns((pl.col("a") * 2).alias("c"))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df.groupby("k").agg(...)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df.group_by("k").agg(...)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df.merge(autre, on="k")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df.join(autre, on="k")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df.sort_values("x")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df.sort("x")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mode paresseux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243560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214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ca_idf = 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pl.scan_parquet("ventes.parquet")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.filter(pl.col("code_region") == "IDF")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.group_by(pl.col("date").dt.month()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.alias("mois"))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.agg((pl.col("prix_unitaire")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* pl.col("quantite")).sum()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.alias("ca"))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.sort("mois")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scan_csv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scan_parquet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rien n'est lu tout de suite</a:t>
            </a:r>
            <a:endParaRPr lang="en-US" sz="17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 construit un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l'optimise, puis l'exécute au 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collect()</a:t>
            </a:r>
            <a:endParaRPr lang="en-US" sz="17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lit que les colonnes et les lignes nécessaires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piège avec plusieurs fichiers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18608" cy="7421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75104"/>
            <a:ext cx="495284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pl.read_csv("ressources/ventes/*.csv")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ComputeError: schema names differ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91028"/>
            <a:ext cx="5318608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de mai a ses colonnes dans un autre ordre. pandas l'acceptait, Polars non.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24448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24448" y="1828800"/>
            <a:ext cx="5318608" cy="2090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7328" y="1975104"/>
            <a:ext cx="4952848" cy="179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fichiers = sorted(Path("ressources/ventes")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.glob("*.csv"))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ventes = pl.concat(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[pl.read_csv(f, try_parse_dates=True)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for f in fichiers],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how="diagonal",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24448" y="4239768"/>
            <a:ext cx="5318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how="diagonal"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aligne les colonnes par leur nom.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 : du SQL sur des fichiers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30200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272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duckdb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duckdb.sql("""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p.categorie,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round(sum(v.prix_unitaire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* v.quantite), 2) AS ca,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count(*) AS nb_commandes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read_csv('ressources/ventes/*.csv',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union_by_name = true) AS v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 JOIN 'ressources/produits.csv' AS p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(id_produit)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p.categorie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ca DESC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analytique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serveur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installée comme une bibliothèque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SQL directement sur des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des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avec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union_by_name = true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sans lui, les dates des fichiers du TP3 restent du texte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 avec pandas et Polars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4415" cy="2090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10728655" cy="179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 = duckdb.sql("SELECT ...")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resultat.df()     # DataFrame pandas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resultat.pl()     # DataFrame Polars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produits_pd = pd.read_csv("ressources/produits.csv")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duckdb.sql("SELECT count(*) FROM produits_pd")          # un DataFrame interrogé par son nom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duckdb.sql("COPY (SELECT ...) TO 'outputs/ca.parquet' (FORMAT parquet)")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28288"/>
            <a:ext cx="11094415" cy="624840"/>
          </a:xfrm>
          <a:prstGeom prst="roundRect">
            <a:avLst>
              <a:gd name="adj" fmla="val 8780"/>
            </a:avLst>
          </a:prstGeom>
          <a:solidFill>
            <a:srgbClr val="E8F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828288"/>
            <a:ext cx="1054577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peut interroger de gros fichiers sans les charger entièrement en mémoire.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Ordres de grandeur : 20 millions de lignes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318608" cy="914400"/>
        </p:xfrm>
        <a:graphic>
          <a:graphicData uri="http://schemas.openxmlformats.org/drawingml/2006/table">
            <a:tbl>
              <a:tblPr/>
              <a:tblGrid>
                <a:gridCol w="1802918"/>
                <a:gridCol w="1171897"/>
                <a:gridCol w="1171897"/>
                <a:gridCol w="1171897"/>
              </a:tblGrid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DuckDB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Parquet, 172 Mo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 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 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 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3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448 Mo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 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 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0,17 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2833497"/>
            <a:ext cx="531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et moyenne des montants par région, sur un ordinateur portable récent. Les chiffres dépendent de la machine, l'écart reste.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324448" y="1417320"/>
          <a:ext cx="5318608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VOLUMINEUSES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outil choisir ?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426903"/>
                <a:gridCol w="8667512"/>
              </a:tblGrid>
              <a:tr h="379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79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données tiennent en mémoire, l'écosystème compte (seaborn, statsmodels...)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gros volumes, une syntaxe proche de pandas, des traitements en Python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79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DuckDB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gros fichiers à interroger, une équipe à l'aise en SQL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données réparties sur plusieurs machines : une autre échelle, une infrastructure dédiée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en un script   |   Widgets   |   Cache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application web en un script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352958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@st.cache_data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charger_donnees():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pd.read_parquet(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"ressources/ventes_consolidees.parquet")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ventes = charger_donnees()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st.title("Tableau de bord des ventes 2025")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 = st.sidebar.multiselect(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"Régions", sorted(ventes["region"].unique()))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 = (ventes[ventes["region"].isin(regions)]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if regions else ventes)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st.metric("Chiffre d'affaires",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f"{selection['montant'].sum():,.0f} €")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st.plotly_chart(px.histogram(selection, x="montant"))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07957" y="1709928"/>
            <a:ext cx="4835098" cy="51739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0837" y="1856232"/>
            <a:ext cx="446933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streamlit run app.py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07957" y="2547366"/>
            <a:ext cx="4835098" cy="1143000"/>
          </a:xfrm>
          <a:prstGeom prst="roundRect">
            <a:avLst>
              <a:gd name="adj" fmla="val 4800"/>
            </a:avLst>
          </a:prstGeom>
          <a:solidFill>
            <a:srgbClr val="E8F3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2277" y="2547366"/>
            <a:ext cx="42864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est </a:t>
            </a:r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réexécuté de haut en bas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chaque interaction, avec les nouvelles valeurs des filtres.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07957" y="4010406"/>
            <a:ext cx="48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HTML ni de JavaScript : que du Python.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éléments courants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17000"/>
                <a:gridCol w="2717000"/>
                <a:gridCol w="2943416"/>
                <a:gridCol w="2717000"/>
              </a:tblGrid>
              <a:tr h="35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5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st.title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st.markdown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st.metric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chiffre clé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st.sidebar.xxx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st.columns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côte à côte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5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st.selectbox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valeur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st.plotly_chart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graphique plotly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st.multiselect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plusieurs valeurs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st.pyplot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 matplotlib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5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st.select_slider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intervalle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st.dataframe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triable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st.tabs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onglets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st.download_button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téléchargement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cache et le partage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lire qu'une fois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18608" cy="96697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75104"/>
            <a:ext cx="4952848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@st.cache_data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charger_donnees():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pd.read_parquet(...)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15818"/>
            <a:ext cx="5318608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cache, chaque clic relirait les fichiers, puisque tout le script est réexécuté.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24448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l'application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24448" y="1828800"/>
            <a:ext cx="531860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tourne sur la machine qui lance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d'autres : un serveur interne ou un service d'hébergement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les données deviennent accessibles à qui ouvre l'application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bonus A : mini tableau de bord Streamlit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dossier exercices/tpbonus-a-streamlit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Régions, période et catégories dans la sidebar.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8218" y="2011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6818" y="228600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6818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32004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clés, évolution mensuelle par région, objectifs et meilleurs produits.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7797" y="2011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6397" y="228600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6397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83464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32004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qui se lance avec </a:t>
            </a:r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streamlit run app.py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94415" cy="7421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581144"/>
            <a:ext cx="10728655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streamlit run app.py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graphiques de bureau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  |   PyQt et PySide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GRAPHIQUES DE BUREAU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tkinter : une fenêtre sans rien installer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342468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313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tkinter as tk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tkinter import filedialog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choisir_fichier():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chemin = filedialog.askopenfilename(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filetypes=[("Fichiers CSV", "*.csv")])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chemin: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ventes = pd.read_csv(chemin)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(ventes["prix_unitaire"]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* ventes["quantite"]).sum()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resultat.set(f"{len(ventes)} ventes, {total:,.0f} €")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fenetre = tk.Tk()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fenetre.title("Ventes")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 = tk.StringVar(value="Aucun fichier chargé")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tk.Button(fenetre, text="Choisir un fichier",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command=choisir_fichier).pack(padx=20, pady=10)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tk.Label(fenetre, textvariable=resultat).pack(pady=10)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fenetre.mainloop()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206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dans la bibliothèque standard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éléments :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Placés avec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par action :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command=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mainloop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attend les actions de l'utilisateur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07957" y="3799840"/>
            <a:ext cx="4835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Suffisant pour un petit utilitaire : choisir un fichier, lancer un traitement, afficher un résultat.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GRAPHIQUES DE BUREAU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aller plus loin : Qt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47306"/>
                <a:gridCol w="2982370"/>
                <a:gridCol w="2982370"/>
                <a:gridCol w="2982370"/>
              </a:tblGrid>
              <a:tr h="379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PySide6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PyQt6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79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incluse dans Python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uv add pyside6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uv add pyqt6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Richesse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éléments de base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tableaux, onglets, graphiques intégrés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identique à PySide6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79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Apparence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moderne, native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moderne, native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celle de Python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LGPL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 ou commerciale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Empaqueter en exécutable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   |   Un fichier ou un dossier   |   Points d'attention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EMPAQUETER EN EXÉCUTABLE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PyInstaller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31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lancer_ventes.py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5318608" cy="141655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56232"/>
            <a:ext cx="4952848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ventes.cli import main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sys.exit(main())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46526"/>
            <a:ext cx="531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39134"/>
            <a:ext cx="5318608" cy="9519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885438"/>
            <a:ext cx="495284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--dev pyinstaller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pyinstaller --onefile --name ventes lancer_ventes.py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./dist/ventes --config config.yaml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24448" y="1417320"/>
            <a:ext cx="5318608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 le script, l'interpréteur Python et les bibliothèques</a:t>
            </a:r>
            <a:endParaRPr lang="en-US" sz="17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.exe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sous Windows, un binaire sous macOS ou Linux</a:t>
            </a:r>
            <a:endParaRPr lang="en-US" sz="17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n'a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Python</a:t>
            </a:r>
            <a:endParaRPr lang="en-US" sz="17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dans 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; 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.spec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sont des fichiers de travail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EMPAQUETER EN EXÉCUTABLE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fichier ou un dossier ?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318608" cy="914400"/>
        </p:xfrm>
        <a:graphic>
          <a:graphicData uri="http://schemas.openxmlformats.org/drawingml/2006/table">
            <a:tbl>
              <a:tblPr/>
              <a:tblGrid>
                <a:gridCol w="1352188"/>
                <a:gridCol w="1983210"/>
                <a:gridCol w="1983210"/>
              </a:tblGrid>
              <a:tr h="35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Démarrage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59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--onefile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seul fichier, facile à envoyer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 : tout est décompressé à chaque lancement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--onedir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dossier avec les bibliothèques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 après le premier lancement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24448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 ventes, avec pandas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24448" y="1828800"/>
            <a:ext cx="2522144" cy="1600200"/>
          </a:xfrm>
          <a:prstGeom prst="roundRect">
            <a:avLst>
              <a:gd name="adj" fmla="val 4571"/>
            </a:avLst>
          </a:prstGeom>
          <a:solidFill>
            <a:srgbClr val="EEF3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53048" y="20116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53048" y="283464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--onefile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62 Mo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20911" y="1828800"/>
            <a:ext cx="2522144" cy="1600200"/>
          </a:xfrm>
          <a:prstGeom prst="roundRect">
            <a:avLst>
              <a:gd name="adj" fmla="val 4571"/>
            </a:avLst>
          </a:prstGeom>
          <a:solidFill>
            <a:srgbClr val="EEF3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49511" y="20116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7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 s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9349511" y="283464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--onedir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175 Mo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24448" y="3749040"/>
            <a:ext cx="531860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d'affichage de l'aide, mesuré sur macOS, hors premier lancement.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EMPAQUETER EN EXÉCUTABLE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d'attention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7864" cy="2484120"/>
          </a:xfrm>
          <a:prstGeom prst="roundRect">
            <a:avLst>
              <a:gd name="adj" fmla="val 2945"/>
            </a:avLst>
          </a:prstGeom>
          <a:solidFill>
            <a:srgbClr val="EEF3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9164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40280"/>
            <a:ext cx="21106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cible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75560"/>
            <a:ext cx="2110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.exe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construit sous Windows, un binaire macOS sous macOS : pas de commande unique.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90824" y="1417320"/>
            <a:ext cx="2567864" cy="2484120"/>
          </a:xfrm>
          <a:prstGeom prst="roundRect">
            <a:avLst>
              <a:gd name="adj" fmla="val 2945"/>
            </a:avLst>
          </a:prstGeom>
          <a:solidFill>
            <a:srgbClr val="EEF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9424" y="169164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9424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19424" y="2240280"/>
            <a:ext cx="21106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et données à côté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19424" y="2819400"/>
            <a:ext cx="2110664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L'exécutable contient le code, pas </a:t>
            </a:r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config.yaml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 les fichiers de données.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3008" y="1417320"/>
            <a:ext cx="2567864" cy="2484120"/>
          </a:xfrm>
          <a:prstGeom prst="roundRect">
            <a:avLst>
              <a:gd name="adj" fmla="val 2945"/>
            </a:avLst>
          </a:prstGeom>
          <a:solidFill>
            <a:srgbClr val="EE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1608" y="169164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1608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61608" y="2240280"/>
            <a:ext cx="21106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fichiers lourds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61608" y="2575560"/>
            <a:ext cx="2110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dizaines de Mo dès qu'on utilise pandas.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75191" y="1417320"/>
            <a:ext cx="2567864" cy="2484120"/>
          </a:xfrm>
          <a:prstGeom prst="roundRect">
            <a:avLst>
              <a:gd name="adj" fmla="val 2945"/>
            </a:avLst>
          </a:prstGeom>
          <a:solidFill>
            <a:srgbClr val="EEF3F7"/>
          </a:solidFill>
          <a:ln/>
        </p:spPr>
      </p:sp>
      <p:sp>
        <p:nvSpPr>
          <p:cNvPr id="22" name="Shape 20"/>
          <p:cNvSpPr/>
          <p:nvPr/>
        </p:nvSpPr>
        <p:spPr>
          <a:xfrm>
            <a:off x="9303791" y="169164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03791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2240280"/>
            <a:ext cx="21106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alertes de sécurité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03791" y="2819400"/>
            <a:ext cx="2110664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exécutable non signé peut déclencher SmartScreen, Gatekeeper ou l'antivirus.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221480"/>
            <a:ext cx="11094415" cy="883920"/>
          </a:xfrm>
          <a:prstGeom prst="roundRect">
            <a:avLst>
              <a:gd name="adj" fmla="val 6207"/>
            </a:avLst>
          </a:prstGeom>
          <a:solidFill>
            <a:srgbClr val="E8F3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4221480"/>
            <a:ext cx="10545775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des utilisateurs qui ont uv : </a:t>
            </a:r>
            <a:pPr indent="0" marL="0">
              <a:buNone/>
            </a:pPr>
            <a:r>
              <a:rPr lang="en-US" sz="1700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tool install .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installe la commande, sans exécutable à construire.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bonus B : empaqueter le script en exécutable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dossier exercices/tpbonus-b-executable, à partir du TP5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de lancement, puis PyInstaller en </a:t>
            </a:r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--onefile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en </a:t>
            </a:r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--onedir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8218" y="2011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6818" y="228600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6818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32004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et temps de démarrage des deux modes.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7797" y="2011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6397" y="2286000"/>
            <a:ext cx="402336" cy="402336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6397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83464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32004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</a:t>
            </a:r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distribution/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l'exécutable et sa configuration, testé sans Python ni uv.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belles lignes de commande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  |   Typer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BELLES LIGNES DE COMMANDE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: couleurs, tableaux, progression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334975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3057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rich.console import Console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rich.logging import RichHandler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rich.progress import track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rich.table import Table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= Table(title="Chiffre d'affaires par région")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table.add_column("Région")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table.add_column("CA", justify="right")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table.add_row("Île-de-France", "127 937 €")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table.add_row("Bretagne", "41 080 €")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Console().print(table)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fichier in track(fichiers, description="Lecture"):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logging.basicConfig(level="INFO", format="%(message)s",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handlers=[RichHandler()])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07957" y="1709928"/>
            <a:ext cx="4835098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0837" y="1856232"/>
            <a:ext cx="4469338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Chiffre d'affaires par région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┏━━━━━━━━━━━━━━━┳━━━━━━━━━━━┓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┃ Région        ┃        CA ┃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┡━━━━━━━━━━━━━━━╇━━━━━━━━━━━┩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Île-de-France │ 127 937 € │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Bretagne      │  41 080 € │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└───────────────┴───────────┘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━━━━━━━━━━━━━━━━ 100% 0:00:00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07957" y="3761232"/>
            <a:ext cx="48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RichHandler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 les journaux lisibles, sans changer le reste du code de journalisation.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BELLES LIGNES DE COMMANDE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Typer : une commande à partir des annotations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38892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359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Annotated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typer.Typer(help="Outils de traitement des ventes.")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@app.command()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indicateurs(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Annotated[Path, typer.Option("--config", "-c")]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Path("config.yaml"),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debut: Annotated[str | None, typer.Option(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help="premier mois, AAAA-MM")] = None,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None: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"""Calcule les indicateurs par mois et par région."""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@app.command()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rapport(sortie: Path = Path("outputs/rapport.html")):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"""Produit le rapport HTML."""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app()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19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fonction décorée devient une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sous-commande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docstring devient son aide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paramètres deviennent des options, avec leur type et leur valeur par défaut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aide mise en forme par Rich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957" y="3698240"/>
            <a:ext cx="4835098" cy="6223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0837" y="3844544"/>
            <a:ext cx="446933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outils.py --help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outils.py indicateurs --debut 2025-07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Autres notions de Python intermédiaire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   |   Décorateurs   |   with   |   itertools et functools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NOTIONS DE PYTHON INTERMÉDIAIRE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dataclasses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340969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311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dataclasses import asdict, dataclass, field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Indicateur: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region: str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ca: float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objectif: float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alertes: list[str] = field(default_factory=list)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@property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taux(self) -&gt; float: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self.ca / self.objectif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bretagne = Indicateur("Bretagne", 6201.0, 4500)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bretagne.taux     # 1.378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asdict(bretagne)  # un dictionnaire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Constructeur, affichage et comparaison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partir des annotations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bretagne.ca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plutôt que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bretagne["ca"]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l'éditeur et mypy connaissent les champs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par défaut mutable :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field(default_factory=list)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NOTIONS DE PYTHON INTERMÉDIAIRE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décorateurs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02117" cy="321487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5436357" cy="292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functools, time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chronometrer(fonction):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@functools.wraps(fonction)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enveloppe(*args, **kwargs):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debut = time.perf_counter()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resultat = fonction(*args, **kwargs)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duree = time.perf_counter() - debut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print(f"{fonction.__name__} : {duree:.3f} s")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resultat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enveloppe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@chronometrer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charger_ventes(dossier):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07957" y="1417320"/>
            <a:ext cx="4835098" cy="244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qui prend une fonction et en renvoie une version enrichie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@chronometrer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équivaut à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charger_ventes = chronometrer(charger_ventes)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functools.wraps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garde le nom et la documentation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utilisés :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@st.cache_data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@app.command()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NOTIONS DE PYTHON INTERMÉDIAIRE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gestionnaires de contexte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with, depuis le premier jour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18608" cy="119176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75104"/>
            <a:ext cx="495284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open("rapport.txt", "w",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encoding="utf-8") as f: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f.write("...")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fichier fermé ici, quoi qu'il arrive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40608"/>
            <a:ext cx="531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L'équivalent d'un </a:t>
            </a:r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dont le </a:t>
            </a:r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libère la ressource, même en cas d'erreur.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4448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 sien avec contextlib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24448" y="1828800"/>
            <a:ext cx="5318608" cy="321487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7328" y="1975104"/>
            <a:ext cx="4952848" cy="292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contextlib import contextmanager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@contextmanager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chrono(etape: str):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debut = time.perf_counter()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duree = time.perf_counter() - debut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print(f"{etape} : {duree:.3f} s")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chrono("chargement"):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ventes = charger_ventes(dossier)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NOTIONS DE PYTHON INTERMÉDIAIRE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itertools.groupby : trier d'abord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4415" cy="231571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10728655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itertools import groupby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ventes = [("IDF", 120), ("IDF", 80), ("BRE", 50), ("IDF", 30)]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[(r, sum(m for _, m in g)) for r, g in groupby(ventes, key=lambda v: v[0])]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[('IDF', 200), ('BRE', 50), ('IDF', 30)]      l'Île-de-France apparaît deux fois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[(r, sum(m for _, m in g)) for r, g in groupby(sorted(ventes), key=lambda v: v[0])]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[('BRE', 50), ('IDF', 230)]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053078"/>
            <a:ext cx="11094415" cy="883920"/>
          </a:xfrm>
          <a:prstGeom prst="roundRect">
            <a:avLst>
              <a:gd name="adj" fmla="val 6207"/>
            </a:avLst>
          </a:prstGeom>
          <a:solidFill>
            <a:srgbClr val="E8F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053078"/>
            <a:ext cx="10545775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itertools.groupby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regroupe les éléments </a:t>
            </a:r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consécutifs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 </a:t>
            </a:r>
            <a:pPr indent="0" marL="0">
              <a:buNone/>
            </a:pPr>
            <a:r>
              <a:rPr lang="en-US" sz="1700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pPr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pandas n'a pas cette contrainte.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75488" cy="47548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45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NOTIONS DE PYTHON INTERMÉDIAIRE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57200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functools : reduce et partial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: de proche en proche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18608" cy="176123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75104"/>
            <a:ext cx="4952848" cy="146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functools import reduce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 = [ventes, details, stocks]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g, d: g.merge(d, on="id_produit"),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tables,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0076"/>
            <a:ext cx="531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Joindre une liste de tables sur la même clé, quelle que soit sa longueur.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4448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: fixer des arguments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24448" y="1828800"/>
            <a:ext cx="5318608" cy="176123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7328" y="1975104"/>
            <a:ext cx="4952848" cy="146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functools import partial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lire_export = partial(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pd.read_csv,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sep=";", decimal=",", encoding="cp1252",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lire_export("export_janvier.csv")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24448" y="3910076"/>
            <a:ext cx="531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de lecture des exports Excel français, réglée une fois pour toutes.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avec Python   |   Bonus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272888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 et DuckDB : plusieurs fois plus rapides sur les gros volumes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 : expressions, </a:t>
            </a:r>
            <a:pPr indent="0" marL="0">
              <a:buNone/>
            </a:pPr>
            <a:r>
              <a:rPr lang="en-US" sz="1600" dirty="0">
                <a:solidFill>
                  <a:srgbClr val="8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scan_*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pPr indent="0" marL="0">
              <a:buNone/>
            </a:pPr>
            <a:r>
              <a:rPr lang="en-US" sz="1600" dirty="0">
                <a:solidFill>
                  <a:srgbClr val="8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collect()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8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how="diagonal"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: SQL sur des fichiers, </a:t>
            </a:r>
            <a:pPr indent="0" marL="0">
              <a:buNone/>
            </a:pPr>
            <a:r>
              <a:rPr lang="en-US" sz="1600" dirty="0">
                <a:solidFill>
                  <a:srgbClr val="8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union_by_name = true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: script réexécuté, </a:t>
            </a:r>
            <a:pPr indent="0" marL="0">
              <a:buNone/>
            </a:pPr>
            <a:r>
              <a:rPr lang="en-US" sz="1600" dirty="0">
                <a:solidFill>
                  <a:srgbClr val="8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@st.cache_data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pour un utilitaire, Qt pour une vraie interface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370168" y="1417320"/>
            <a:ext cx="5272888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 : un exécutable par système, </a:t>
            </a:r>
            <a:pPr indent="0" marL="0">
              <a:buNone/>
            </a:pPr>
            <a:r>
              <a:rPr lang="en-US" sz="1600" dirty="0">
                <a:solidFill>
                  <a:srgbClr val="8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--onedir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démarre vite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pour la sortie, Typer pour la commande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 pour regrouper des données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Décorateurs et </a:t>
            </a:r>
            <a:pPr indent="0" marL="0">
              <a:buNone/>
            </a:pPr>
            <a:r>
              <a:rPr lang="en-US" sz="1600" dirty="0">
                <a:solidFill>
                  <a:srgbClr val="8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enrichir et sécuriser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8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itertools.groupby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exige des données triées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 données avec Python, module bonus</dc:title>
  <dc:subject>PptxGenJS Presentation</dc:subject>
  <dc:creator/>
  <cp:lastModifiedBy/>
  <cp:revision>1</cp:revision>
  <dcterms:created xsi:type="dcterms:W3CDTF">2026-10-20T20:55:29Z</dcterms:created>
  <dcterms:modified xsi:type="dcterms:W3CDTF">2026-10-20T20:55:29Z</dcterms:modified>
</cp:coreProperties>
</file>